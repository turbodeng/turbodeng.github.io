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799763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2414" y="12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83861"/>
            <a:ext cx="809982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836605"/>
            <a:ext cx="8099822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0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9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346419"/>
            <a:ext cx="93147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614203"/>
            <a:ext cx="93147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250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437680"/>
            <a:ext cx="4589899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437680"/>
            <a:ext cx="4589899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593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7536"/>
            <a:ext cx="9314796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323916"/>
            <a:ext cx="45688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972747"/>
            <a:ext cx="4568806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323916"/>
            <a:ext cx="45913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972747"/>
            <a:ext cx="4591306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071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201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056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77597"/>
            <a:ext cx="546738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61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77597"/>
            <a:ext cx="546738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434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67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87536"/>
            <a:ext cx="2328699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87536"/>
            <a:ext cx="6851100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18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87536"/>
            <a:ext cx="93147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437680"/>
            <a:ext cx="93147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005626"/>
            <a:ext cx="364492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15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267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方 邓贺</dc:creator>
  <cp:lastModifiedBy>方 邓贺</cp:lastModifiedBy>
  <cp:revision>4</cp:revision>
  <dcterms:created xsi:type="dcterms:W3CDTF">2026-05-29T07:02:03Z</dcterms:created>
  <dcterms:modified xsi:type="dcterms:W3CDTF">2026-05-29T07:52:05Z</dcterms:modified>
</cp:coreProperties>
</file>