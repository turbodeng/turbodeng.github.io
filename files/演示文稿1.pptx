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799763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2414" y="12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883861"/>
            <a:ext cx="8099822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836605"/>
            <a:ext cx="8099822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0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9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346419"/>
            <a:ext cx="9314796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3614203"/>
            <a:ext cx="9314796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250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437680"/>
            <a:ext cx="4589899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437680"/>
            <a:ext cx="4589899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593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87536"/>
            <a:ext cx="9314796" cy="104388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323916"/>
            <a:ext cx="45688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972747"/>
            <a:ext cx="4568806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323916"/>
            <a:ext cx="45913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972747"/>
            <a:ext cx="4591306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071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201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056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777597"/>
            <a:ext cx="5467380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616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777597"/>
            <a:ext cx="5467380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434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670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87536"/>
            <a:ext cx="2328699" cy="457682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87536"/>
            <a:ext cx="6851100" cy="457682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187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87536"/>
            <a:ext cx="9314796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437680"/>
            <a:ext cx="9314796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75938-99D9-4834-A9A5-127D0AAEDCC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5005626"/>
            <a:ext cx="364492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96A8A-EAE1-44A4-8F89-4A3522D9D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15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61D7372-3778-E144-1990-60669D686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63" y="109537"/>
            <a:ext cx="10644596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267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方 邓贺</dc:creator>
  <cp:lastModifiedBy>方 邓贺</cp:lastModifiedBy>
  <cp:revision>1</cp:revision>
  <dcterms:created xsi:type="dcterms:W3CDTF">2026-05-29T07:02:03Z</dcterms:created>
  <dcterms:modified xsi:type="dcterms:W3CDTF">2026-05-29T07:06:21Z</dcterms:modified>
</cp:coreProperties>
</file>